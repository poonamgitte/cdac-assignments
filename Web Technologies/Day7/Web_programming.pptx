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9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_rels/slideLayout5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4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_rels/slide61.xml.rels" ContentType="application/vnd.openxmlformats-package.relationships+xml"/>
  <Override PartName="/ppt/slides/_rels/slide60.xml.rels" ContentType="application/vnd.openxmlformats-package.relationships+xml"/>
  <Override PartName="/ppt/slides/_rels/slide93.xml.rels" ContentType="application/vnd.openxmlformats-package.relationships+xml"/>
  <Override PartName="/ppt/slides/_rels/slide25.xml.rels" ContentType="application/vnd.openxmlformats-package.relationships+xml"/>
  <Override PartName="/ppt/slides/_rels/slide28.xml.rels" ContentType="application/vnd.openxmlformats-package.relationships+xml"/>
  <Override PartName="/ppt/slides/_rels/slide96.xml.rels" ContentType="application/vnd.openxmlformats-package.relationships+xml"/>
  <Override PartName="/ppt/slides/_rels/slide141.xml.rels" ContentType="application/vnd.openxmlformats-package.relationships+xml"/>
  <Override PartName="/ppt/slides/_rels/slide14.xml.rels" ContentType="application/vnd.openxmlformats-package.relationships+xml"/>
  <Override PartName="/ppt/slides/_rels/slide82.xml.rels" ContentType="application/vnd.openxmlformats-package.relationships+xml"/>
  <Override PartName="/ppt/slides/_rels/slide12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83.xml.rels" ContentType="application/vnd.openxmlformats-package.relationships+xml"/>
  <Override PartName="/ppt/slides/_rels/slide7.xml.rels" ContentType="application/vnd.openxmlformats-package.relationships+xml"/>
  <Override PartName="/ppt/slides/_rels/slide94.xml.rels" ContentType="application/vnd.openxmlformats-package.relationships+xml"/>
  <Override PartName="/ppt/slides/_rels/slide26.xml.rels" ContentType="application/vnd.openxmlformats-package.relationships+xml"/>
  <Override PartName="/ppt/slides/_rels/slide29.xml.rels" ContentType="application/vnd.openxmlformats-package.relationships+xml"/>
  <Override PartName="/ppt/slides/_rels/slide97.xml.rels" ContentType="application/vnd.openxmlformats-package.relationships+xml"/>
  <Override PartName="/ppt/slides/_rels/slide142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46.xml.rels" ContentType="application/vnd.openxmlformats-package.relationships+xml"/>
  <Override PartName="/ppt/slides/_rels/slide13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84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60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61.xml.rels" ContentType="application/vnd.openxmlformats-package.relationships+xml"/>
  <Override PartName="/ppt/slides/_rels/slide20.xml.rels" ContentType="application/vnd.openxmlformats-package.relationships+xml"/>
  <Override PartName="/ppt/slides/_rels/slide156.xml.rels" ContentType="application/vnd.openxmlformats-package.relationships+xml"/>
  <Override PartName="/ppt/slides/_rels/slide155.xml.rels" ContentType="application/vnd.openxmlformats-package.relationships+xml"/>
  <Override PartName="/ppt/slides/_rels/slide154.xml.rels" ContentType="application/vnd.openxmlformats-package.relationships+xml"/>
  <Override PartName="/ppt/slides/_rels/slide153.xml.rels" ContentType="application/vnd.openxmlformats-package.relationships+xml"/>
  <Override PartName="/ppt/slides/_rels/slide135.xml.rels" ContentType="application/vnd.openxmlformats-package.relationships+xml"/>
  <Override PartName="/ppt/slides/_rels/slide44.xml.rels" ContentType="application/vnd.openxmlformats-package.relationships+xml"/>
  <Override PartName="/ppt/slides/_rels/slide77.xml.rels" ContentType="application/vnd.openxmlformats-package.relationships+xml"/>
  <Override PartName="/ppt/slides/_rels/slide122.xml.rels" ContentType="application/vnd.openxmlformats-package.relationships+xml"/>
  <Override PartName="/ppt/slides/_rels/slide43.xml.rels" ContentType="application/vnd.openxmlformats-package.relationships+xml"/>
  <Override PartName="/ppt/slides/_rels/slide76.xml.rels" ContentType="application/vnd.openxmlformats-package.relationships+xml"/>
  <Override PartName="/ppt/slides/_rels/slide121.xml.rels" ContentType="application/vnd.openxmlformats-package.relationships+xml"/>
  <Override PartName="/ppt/slides/_rels/slide54.xml.rels" ContentType="application/vnd.openxmlformats-package.relationships+xml"/>
  <Override PartName="/ppt/slides/_rels/slide132.xml.rels" ContentType="application/vnd.openxmlformats-package.relationships+xml"/>
  <Override PartName="/ppt/slides/_rels/slide19.xml.rels" ContentType="application/vnd.openxmlformats-package.relationships+xml"/>
  <Override PartName="/ppt/slides/_rels/slide87.xml.rels" ContentType="application/vnd.openxmlformats-package.relationships+xml"/>
  <Override PartName="/ppt/slides/_rels/slide53.xml.rels" ContentType="application/vnd.openxmlformats-package.relationships+xml"/>
  <Override PartName="/ppt/slides/_rels/slide164.xml.rels" ContentType="application/vnd.openxmlformats-package.relationships+xml"/>
  <Override PartName="/ppt/slides/_rels/slide134.xml.rels" ContentType="application/vnd.openxmlformats-package.relationships+xml"/>
  <Override PartName="/ppt/slides/_rels/slide89.xml.rels" ContentType="application/vnd.openxmlformats-package.relationships+xml"/>
  <Override PartName="/ppt/slides/_rels/slide52.xml.rels" ContentType="application/vnd.openxmlformats-package.relationships+xml"/>
  <Override PartName="/ppt/slides/_rels/slide163.xml.rels" ContentType="application/vnd.openxmlformats-package.relationships+xml"/>
  <Override PartName="/ppt/slides/_rels/slide128.xml.rels" ContentType="application/vnd.openxmlformats-package.relationships+xml"/>
  <Override PartName="/ppt/slides/_rels/slide88.xml.rels" ContentType="application/vnd.openxmlformats-package.relationships+xml"/>
  <Override PartName="/ppt/slides/_rels/slide133.xml.rels" ContentType="application/vnd.openxmlformats-package.relationships+xml"/>
  <Override PartName="/ppt/slides/_rels/slide42.xml.rels" ContentType="application/vnd.openxmlformats-package.relationships+xml"/>
  <Override PartName="/ppt/slides/_rels/slide75.xml.rels" ContentType="application/vnd.openxmlformats-package.relationships+xml"/>
  <Override PartName="/ppt/slides/_rels/slide120.xml.rels" ContentType="application/vnd.openxmlformats-package.relationships+xml"/>
  <Override PartName="/ppt/slides/_rels/slide124.xml.rels" ContentType="application/vnd.openxmlformats-package.relationships+xml"/>
  <Override PartName="/ppt/slides/_rels/slide79.xml.rels" ContentType="application/vnd.openxmlformats-package.relationships+xml"/>
  <Override PartName="/ppt/slides/_rels/slide157.xml.rels" ContentType="application/vnd.openxmlformats-package.relationships+xml"/>
  <Override PartName="/ppt/slides/_rels/slide106.xml.rels" ContentType="application/vnd.openxmlformats-package.relationships+xml"/>
  <Override PartName="/ppt/slides/_rels/slide130.xml.rels" ContentType="application/vnd.openxmlformats-package.relationships+xml"/>
  <Override PartName="/ppt/slides/_rels/slide85.xml.rels" ContentType="application/vnd.openxmlformats-package.relationships+xml"/>
  <Override PartName="/ppt/slides/_rels/slide17.xml.rels" ContentType="application/vnd.openxmlformats-package.relationships+xml"/>
  <Override PartName="/ppt/slides/_rels/slide108.xml.rels" ContentType="application/vnd.openxmlformats-package.relationships+xml"/>
  <Override PartName="/ppt/slides/_rels/slide131.xml.rels" ContentType="application/vnd.openxmlformats-package.relationships+xml"/>
  <Override PartName="/ppt/slides/_rels/slide86.xml.rels" ContentType="application/vnd.openxmlformats-package.relationships+xml"/>
  <Override PartName="/ppt/slides/_rels/slide18.xml.rels" ContentType="application/vnd.openxmlformats-package.relationships+xml"/>
  <Override PartName="/ppt/slides/_rels/slide109.xml.rels" ContentType="application/vnd.openxmlformats-package.relationships+xml"/>
  <Override PartName="/ppt/slides/_rels/slide116.xml.rels" ContentType="application/vnd.openxmlformats-package.relationships+xml"/>
  <Override PartName="/ppt/slides/_rels/slide117.xml.rels" ContentType="application/vnd.openxmlformats-package.relationships+xml"/>
  <Override PartName="/ppt/slides/_rels/slide118.xml.rels" ContentType="application/vnd.openxmlformats-package.relationships+xml"/>
  <Override PartName="/ppt/slides/_rels/slide107.xml.rels" ContentType="application/vnd.openxmlformats-package.relationships+xml"/>
  <Override PartName="/ppt/slides/_rels/slide158.xml.rels" ContentType="application/vnd.openxmlformats-package.relationships+xml"/>
  <Override PartName="/ppt/slides/_rels/slide36.xml.rels" ContentType="application/vnd.openxmlformats-package.relationships+xml"/>
  <Override PartName="/ppt/slides/_rels/slide127.xml.rels" ContentType="application/vnd.openxmlformats-package.relationships+xml"/>
  <Override PartName="/ppt/slides/_rels/slide162.xml.rels" ContentType="application/vnd.openxmlformats-package.relationships+xml"/>
  <Override PartName="/ppt/slides/_rels/slide49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123.xml.rels" ContentType="application/vnd.openxmlformats-package.relationships+xml"/>
  <Override PartName="/ppt/slides/_rels/slide45.xml.rels" ContentType="application/vnd.openxmlformats-package.relationships+xml"/>
  <Override PartName="/ppt/slides/_rels/slide40.xml.rels" ContentType="application/vnd.openxmlformats-package.relationships+xml"/>
  <Override PartName="/ppt/slides/_rels/slide74.xml.rels" ContentType="application/vnd.openxmlformats-package.relationships+xml"/>
  <Override PartName="/ppt/slides/_rels/slide39.xml.rels" ContentType="application/vnd.openxmlformats-package.relationships+xml"/>
  <Override PartName="/ppt/slides/_rels/slide152.xml.rels" ContentType="application/vnd.openxmlformats-package.relationships+xml"/>
  <Override PartName="/ppt/slides/_rels/slide73.xml.rels" ContentType="application/vnd.openxmlformats-package.relationships+xml"/>
  <Override PartName="/ppt/slides/_rels/slide38.xml.rels" ContentType="application/vnd.openxmlformats-package.relationships+xml"/>
  <Override PartName="/ppt/slides/_rels/slide151.xml.rels" ContentType="application/vnd.openxmlformats-package.relationships+xml"/>
  <Override PartName="/ppt/slides/_rels/slide72.xml.rels" ContentType="application/vnd.openxmlformats-package.relationships+xml"/>
  <Override PartName="/ppt/slides/_rels/slide126.xml.rels" ContentType="application/vnd.openxmlformats-package.relationships+xml"/>
  <Override PartName="/ppt/slides/_rels/slide35.xml.rels" ContentType="application/vnd.openxmlformats-package.relationships+xml"/>
  <Override PartName="/ppt/slides/_rels/slide71.xml.rels" ContentType="application/vnd.openxmlformats-package.relationships+xml"/>
  <Override PartName="/ppt/slides/_rels/slide125.xml.rels" ContentType="application/vnd.openxmlformats-package.relationships+xml"/>
  <Override PartName="/ppt/slides/_rels/slide34.xml.rels" ContentType="application/vnd.openxmlformats-package.relationships+xml"/>
  <Override PartName="/ppt/slides/_rels/slide119.xml.rels" ContentType="application/vnd.openxmlformats-package.relationships+xml"/>
  <Override PartName="/ppt/slides/_rels/slide70.xml.rels" ContentType="application/vnd.openxmlformats-package.relationships+xml"/>
  <Override PartName="/ppt/slides/_rels/slide115.xml.rels" ContentType="application/vnd.openxmlformats-package.relationships+xml"/>
  <Override PartName="/ppt/slides/_rels/slide150.xml.rels" ContentType="application/vnd.openxmlformats-package.relationships+xml"/>
  <Override PartName="/ppt/slides/_rels/slide37.xml.rels" ContentType="application/vnd.openxmlformats-package.relationships+xml"/>
  <Override PartName="/ppt/slides/_rels/slide159.xml.rels" ContentType="application/vnd.openxmlformats-package.relationships+xml"/>
  <Override PartName="/ppt/slides/_rels/slide149.xml.rels" ContentType="application/vnd.openxmlformats-package.relationships+xml"/>
  <Override PartName="/ppt/slides/_rels/slide148.xml.rels" ContentType="application/vnd.openxmlformats-package.relationships+xml"/>
  <Override PartName="/ppt/slides/_rels/slide147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146.xml.rels" ContentType="application/vnd.openxmlformats-package.relationships+xml"/>
  <Override PartName="/ppt/slides/_rels/slide113.xml.rels" ContentType="application/vnd.openxmlformats-package.relationships+xml"/>
  <Override PartName="/ppt/slides/_rels/slide68.xml.rels" ContentType="application/vnd.openxmlformats-package.relationships+xml"/>
  <Override PartName="/ppt/slides/_rels/slide145.xml.rels" ContentType="application/vnd.openxmlformats-package.relationships+xml"/>
  <Override PartName="/ppt/slides/_rels/slide112.xml.rels" ContentType="application/vnd.openxmlformats-package.relationships+xml"/>
  <Override PartName="/ppt/slides/_rels/slide67.xml.rels" ContentType="application/vnd.openxmlformats-package.relationships+xml"/>
  <Override PartName="/ppt/slides/_rels/slide51.xml.rels" ContentType="application/vnd.openxmlformats-package.relationships+xml"/>
  <Override PartName="/ppt/slides/_rels/slide64.xml.rels" ContentType="application/vnd.openxmlformats-package.relationships+xml"/>
  <Override PartName="/ppt/slides/_rels/slide50.xml.rels" ContentType="application/vnd.openxmlformats-package.relationships+xml"/>
  <Override PartName="/ppt/slides/_rels/slide63.xml.rels" ContentType="application/vnd.openxmlformats-package.relationships+xml"/>
  <Override PartName="/ppt/slides/_rels/slide57.xml.rels" ContentType="application/vnd.openxmlformats-package.relationships+xml"/>
  <Override PartName="/ppt/slides/_rels/slide102.xml.rels" ContentType="application/vnd.openxmlformats-package.relationships+xml"/>
  <Override PartName="/ppt/slides/_rels/slide139.xml.rels" ContentType="application/vnd.openxmlformats-package.relationships+xml"/>
  <Override PartName="/ppt/slides/_rels/slide105.xml.rels" ContentType="application/vnd.openxmlformats-package.relationships+xml"/>
  <Override PartName="/ppt/slides/_rels/slide24.xml.rels" ContentType="application/vnd.openxmlformats-package.relationships+xml"/>
  <Override PartName="/ppt/slides/_rels/slide92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140.xml.rels" ContentType="application/vnd.openxmlformats-package.relationships+xml"/>
  <Override PartName="/ppt/slides/_rels/slide62.xml.rels" ContentType="application/vnd.openxmlformats-package.relationships+xml"/>
  <Override PartName="/ppt/slides/_rels/slide56.xml.rels" ContentType="application/vnd.openxmlformats-package.relationships+xml"/>
  <Override PartName="/ppt/slides/_rels/slide101.xml.rels" ContentType="application/vnd.openxmlformats-package.relationships+xml"/>
  <Override PartName="/ppt/slides/_rels/slide138.xml.rels" ContentType="application/vnd.openxmlformats-package.relationships+xml"/>
  <Override PartName="/ppt/slides/_rels/slide55.xml.rels" ContentType="application/vnd.openxmlformats-package.relationships+xml"/>
  <Override PartName="/ppt/slides/_rels/slide100.xml.rels" ContentType="application/vnd.openxmlformats-package.relationships+xml"/>
  <Override PartName="/ppt/slides/_rels/slide137.xml.rels" ContentType="application/vnd.openxmlformats-package.relationships+xml"/>
  <Override PartName="/ppt/slides/_rels/slide136.xml.rels" ContentType="application/vnd.openxmlformats-package.relationships+xml"/>
  <Override PartName="/ppt/slides/_rels/slide33.xml.rels" ContentType="application/vnd.openxmlformats-package.relationships+xml"/>
  <Override PartName="/ppt/slides/_rels/slide111.xml.rels" ContentType="application/vnd.openxmlformats-package.relationships+xml"/>
  <Override PartName="/ppt/slides/_rels/slide66.xml.rels" ContentType="application/vnd.openxmlformats-package.relationships+xml"/>
  <Override PartName="/ppt/slides/_rels/slide32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31.xml.rels" ContentType="application/vnd.openxmlformats-package.relationships+xml"/>
  <Override PartName="/ppt/slides/_rels/slide30.xml.rels" ContentType="application/vnd.openxmlformats-package.relationships+xml"/>
  <Override PartName="/ppt/slides/_rels/slide22.xml.rels" ContentType="application/vnd.openxmlformats-package.relationships+xml"/>
  <Override PartName="/ppt/slides/_rels/slide90.xml.rels" ContentType="application/vnd.openxmlformats-package.relationships+xml"/>
  <Override PartName="/ppt/slides/_rels/slide58.xml.rels" ContentType="application/vnd.openxmlformats-package.relationships+xml"/>
  <Override PartName="/ppt/slides/_rels/slide103.xml.rels" ContentType="application/vnd.openxmlformats-package.relationships+xml"/>
  <Override PartName="/ppt/slides/_rels/slide5.xml.rels" ContentType="application/vnd.openxmlformats-package.relationships+xml"/>
  <Override PartName="/ppt/slides/_rels/slide143.xml.rels" ContentType="application/vnd.openxmlformats-package.relationships+xml"/>
  <Override PartName="/ppt/slides/_rels/slide98.xml.rels" ContentType="application/vnd.openxmlformats-package.relationships+xml"/>
  <Override PartName="/ppt/slides/_rels/slide59.xml.rels" ContentType="application/vnd.openxmlformats-package.relationships+xml"/>
  <Override PartName="/ppt/slides/_rels/slide104.xml.rels" ContentType="application/vnd.openxmlformats-package.relationships+xml"/>
  <Override PartName="/ppt/slides/_rels/slide23.xml.rels" ContentType="application/vnd.openxmlformats-package.relationships+xml"/>
  <Override PartName="/ppt/slides/_rels/slide91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44.xml.rels" ContentType="application/vnd.openxmlformats-package.relationships+xml"/>
  <Override PartName="/ppt/slides/_rels/slide99.xml.rels" ContentType="application/vnd.openxmlformats-package.relationships+xml"/>
  <Override PartName="/ppt/slides/_rels/slide6.xml.rels" ContentType="application/vnd.openxmlformats-package.relationships+xml"/>
  <Override PartName="/ppt/slides/slide127.xml" ContentType="application/vnd.openxmlformats-officedocument.presentationml.slide+xml"/>
  <Override PartName="/ppt/slides/slide126.xml" ContentType="application/vnd.openxmlformats-officedocument.presentationml.slide+xml"/>
  <Override PartName="/ppt/slides/slide119.xml" ContentType="application/vnd.openxmlformats-officedocument.presentationml.slide+xml"/>
  <Override PartName="/ppt/slides/slide118.xml" ContentType="application/vnd.openxmlformats-officedocument.presentationml.slide+xml"/>
  <Override PartName="/ppt/slides/slide117.xml" ContentType="application/vnd.openxmlformats-officedocument.presentationml.slide+xml"/>
  <Override PartName="/ppt/slides/slide116.xml" ContentType="application/vnd.openxmlformats-officedocument.presentationml.slide+xml"/>
  <Override PartName="/ppt/slides/slide109.xml" ContentType="application/vnd.openxmlformats-officedocument.presentationml.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slides/slide106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79.xml" ContentType="application/vnd.openxmlformats-officedocument.presentationml.slide+xml"/>
  <Override PartName="/ppt/slides/slide124.xml" ContentType="application/vnd.openxmlformats-officedocument.presentationml.slide+xml"/>
  <Override PartName="/ppt/slides/slide78.xml" ContentType="application/vnd.openxmlformats-officedocument.presentationml.slide+xml"/>
  <Override PartName="/ppt/slides/slide123.xml" ContentType="application/vnd.openxmlformats-officedocument.presentationml.slide+xml"/>
  <Override PartName="/ppt/slides/slide77.xml" ContentType="application/vnd.openxmlformats-officedocument.presentationml.slide+xml"/>
  <Override PartName="/ppt/slides/slide122.xml" ContentType="application/vnd.openxmlformats-officedocument.presentationml.slide+xml"/>
  <Override PartName="/ppt/slides/slide76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3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160.xml" ContentType="application/vnd.openxmlformats-officedocument.presentationml.slide+xml"/>
  <Override PartName="/ppt/slides/slide49.xml" ContentType="application/vnd.openxmlformats-officedocument.presentationml.slide+xml"/>
  <Override PartName="/ppt/slides/slide159.xml" ContentType="application/vnd.openxmlformats-officedocument.presentationml.slide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52.xml" ContentType="application/vnd.openxmlformats-officedocument.presentationml.slide+xml"/>
  <Override PartName="/ppt/slides/slide164.xml" ContentType="application/vnd.openxmlformats-officedocument.presentationml.slide+xml"/>
  <Override PartName="/ppt/slides/slide151.xml" ContentType="application/vnd.openxmlformats-officedocument.presentationml.slide+xml"/>
  <Override PartName="/ppt/slides/slide149.xml" ContentType="application/vnd.openxmlformats-officedocument.presentationml.slide+xml"/>
  <Override PartName="/ppt/slides/slide8.xml" ContentType="application/vnd.openxmlformats-officedocument.presentationml.slide+xml"/>
  <Override PartName="/ppt/slides/slide45.xml" ContentType="application/vnd.openxmlformats-officedocument.presentationml.slide+xml"/>
  <Override PartName="/ppt/slides/slide150.xml" ContentType="application/vnd.openxmlformats-officedocument.presentationml.slide+xml"/>
  <Override PartName="/ppt/slides/slide39.xml" ContentType="application/vnd.openxmlformats-officedocument.presentationml.slide+xml"/>
  <Override PartName="/ppt/slides/slide148.xml" ContentType="application/vnd.openxmlformats-officedocument.presentationml.slide+xml"/>
  <Override PartName="/ppt/slides/slide7.xml" ContentType="application/vnd.openxmlformats-officedocument.presentationml.slide+xml"/>
  <Override PartName="/ppt/slides/slide147.xml" ContentType="application/vnd.openxmlformats-officedocument.presentationml.slide+xml"/>
  <Override PartName="/ppt/slides/slide6.xml" ContentType="application/vnd.openxmlformats-officedocument.presentationml.slide+xml"/>
  <Override PartName="/ppt/slides/slide146.xml" ContentType="application/vnd.openxmlformats-officedocument.presentationml.slide+xml"/>
  <Override PartName="/ppt/slides/slide5.xml" ContentType="application/vnd.openxmlformats-officedocument.presentationml.slide+xml"/>
  <Override PartName="/ppt/slides/slide145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44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38.xml" ContentType="application/vnd.openxmlformats-officedocument.presentationml.slide+xml"/>
  <Override PartName="/ppt/slides/slide143.xml" ContentType="application/vnd.openxmlformats-officedocument.presentationml.slide+xml"/>
  <Override PartName="/ppt/slides/slide2.xml" ContentType="application/vnd.openxmlformats-officedocument.presentationml.slide+xml"/>
  <Override PartName="/ppt/slides/slide37.xml" ContentType="application/vnd.openxmlformats-officedocument.presentationml.slide+xml"/>
  <Override PartName="/ppt/slides/slide142.xml" ContentType="application/vnd.openxmlformats-officedocument.presentationml.slide+xml"/>
  <Override PartName="/ppt/slides/slide1.xml" ContentType="application/vnd.openxmlformats-officedocument.presentationml.slide+xml"/>
  <Override PartName="/ppt/slides/slide36.xml" ContentType="application/vnd.openxmlformats-officedocument.presentationml.slide+xml"/>
  <Override PartName="/ppt/slides/slide141.xml" ContentType="application/vnd.openxmlformats-officedocument.presentationml.slide+xml"/>
  <Override PartName="/ppt/slides/slide139.xml" ContentType="application/vnd.openxmlformats-officedocument.presentationml.slide+xml"/>
  <Override PartName="/ppt/slides/slide35.xml" ContentType="application/vnd.openxmlformats-officedocument.presentationml.slide+xml"/>
  <Override PartName="/ppt/slides/slide140.xml" ContentType="application/vnd.openxmlformats-officedocument.presentationml.slide+xml"/>
  <Override PartName="/ppt/slides/slide97.xml" ContentType="application/vnd.openxmlformats-officedocument.presentationml.slide+xml"/>
  <Override PartName="/ppt/slides/slide29.xml" ContentType="application/vnd.openxmlformats-officedocument.presentationml.slide+xml"/>
  <Override PartName="/ppt/slides/slide138.xml" ContentType="application/vnd.openxmlformats-officedocument.presentationml.slide+xml"/>
  <Override PartName="/ppt/slides/slide137.xml" ContentType="application/vnd.openxmlformats-officedocument.presentationml.slide+xml"/>
  <Override PartName="/ppt/slides/slide136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90.xml" ContentType="application/vnd.openxmlformats-officedocument.presentationml.slide+xml"/>
  <Override PartName="/ppt/slides/slide22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46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93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110.xml" ContentType="application/vnd.openxmlformats-officedocument.presentationml.slide+xml"/>
  <Override PartName="/ppt/slides/slide65.xml" ContentType="application/vnd.openxmlformats-officedocument.presentationml.slide+xml"/>
  <Override PartName="/ppt/slides/slide111.xml" ContentType="application/vnd.openxmlformats-officedocument.presentationml.slide+xml"/>
  <Override PartName="/ppt/slides/slide66.xml" ContentType="application/vnd.openxmlformats-officedocument.presentationml.slide+xml"/>
  <Override PartName="/ppt/slides/slide112.xml" ContentType="application/vnd.openxmlformats-officedocument.presentationml.slide+xml"/>
  <Override PartName="/ppt/slides/slide67.xml" ContentType="application/vnd.openxmlformats-officedocument.presentationml.slide+xml"/>
  <Override PartName="/ppt/slides/slide113.xml" ContentType="application/vnd.openxmlformats-officedocument.presentationml.slide+xml"/>
  <Override PartName="/ppt/slides/slide68.xml" ContentType="application/vnd.openxmlformats-officedocument.presentationml.slide+xml"/>
  <Override PartName="/ppt/slides/slide114.xml" ContentType="application/vnd.openxmlformats-officedocument.presentationml.slide+xml"/>
  <Override PartName="/ppt/slides/slide6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37.xml"/><Relationship Id="rId6" Type="http://schemas.openxmlformats.org/officeDocument/2006/relationships/slideMaster" Target="slideMasters/slideMaster4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0" y="1980000"/>
            <a:ext cx="9717480" cy="98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"/>
          <p:cNvSpPr/>
          <p:nvPr/>
        </p:nvSpPr>
        <p:spPr>
          <a:xfrm>
            <a:off x="0" y="180000"/>
            <a:ext cx="9717480" cy="897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CustomShape 2"/>
          <p:cNvSpPr/>
          <p:nvPr/>
        </p:nvSpPr>
        <p:spPr>
          <a:xfrm>
            <a:off x="7560000" y="5130000"/>
            <a:ext cx="251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CustomShape 3"/>
          <p:cNvSpPr/>
          <p:nvPr/>
        </p:nvSpPr>
        <p:spPr>
          <a:xfrm>
            <a:off x="900000" y="5130000"/>
            <a:ext cx="6477480" cy="40248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CustomShape 4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CustomShape 5"/>
          <p:cNvSpPr/>
          <p:nvPr/>
        </p:nvSpPr>
        <p:spPr>
          <a:xfrm>
            <a:off x="180000" y="5130000"/>
            <a:ext cx="537480" cy="40248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hyperlink" Target="mailto:sid@gmail.com" TargetMode="External"/><Relationship Id="rId2" Type="http://schemas.openxmlformats.org/officeDocument/2006/relationships/slideLayout" Target="../slideLayouts/slideLayout2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9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hyperlink" Target="https://nodejs.org/en/" TargetMode="External"/><Relationship Id="rId2" Type="http://schemas.openxmlformats.org/officeDocument/2006/relationships/slideLayout" Target="../slideLayouts/slideLayout2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3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3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3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hyperlink" Target="https://www.iana.org/assignments/media-types/media-types.xhtml" TargetMode="External"/><Relationship Id="rId2" Type="http://schemas.openxmlformats.org/officeDocument/2006/relationships/slideLayout" Target="../slideLayouts/slideLayout29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3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9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3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3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3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53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53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3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3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hyperlink" Target="https://reactjs.org/docs/react-component.html#the-component-lifecycle" TargetMode="External"/><Relationship Id="rId2" Type="http://schemas.openxmlformats.org/officeDocument/2006/relationships/slideLayout" Target="../slideLayouts/slideLayout53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3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53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53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53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CustomShape 1"/>
          <p:cNvSpPr/>
          <p:nvPr/>
        </p:nvSpPr>
        <p:spPr>
          <a:xfrm>
            <a:off x="360000" y="2160000"/>
            <a:ext cx="917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Web Programming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CustomShape 2"/>
          <p:cNvSpPr/>
          <p:nvPr/>
        </p:nvSpPr>
        <p:spPr>
          <a:xfrm>
            <a:off x="540000" y="3150000"/>
            <a:ext cx="899748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HTML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a language(Not programming language)(Because we parse it we don’t execute it)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follows special Syntax(Tags/Markup)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Its case-insensitive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Layout of Page/Structure of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Structure of the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Markup Syntax(Uses tags)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Extension must be ".html"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Ignores extra white space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Tags Rules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 tag inside angular bracket(&lt; &gt;)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e.g:&lt;title&gt;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All the tag must be closed(Few exceptions are there)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e,g:&lt;/title&gt;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Attributes: Properties of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Attribute must be written inside starting tag angular bracket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Comments: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&lt;!-- This can be single line Comment and multi line comment also --&gt;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Basic Tags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HTML -&gt; HTML document start and ends with this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HEAD -&gt; Information/config of web page/document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TITLE -&gt; Page title(Inside head tag)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BODY -&gt; page content(bgcolor)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 -&gt; For paragraph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CENTER -&gt; Put content in center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HR -&gt; horizontal line(No need to close)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 -&gt; Line break(No need to close)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 -&gt; bold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 -&gt; Italic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 -&gt; Underline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Strong -&gt; Strong string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pre -&gt; Show as it is writter in code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Heading Tags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H1,h2,h3,h4,h5,h6 -&gt; H1 is the largest heading and h6 is the smallest heading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List Tags: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Two types of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1c1c1c"/>
              </a:buClr>
              <a:buFont typeface="StarSymbol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Ordered List: List with numbers/alphabet/roman numerals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OL -&gt; Create List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(type=1|a|A|I|i)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LI -&gt; List item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1c1c1c"/>
              </a:buClr>
              <a:buFont typeface="StarSymbol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Unordered List:listing with bullets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UL -&gt; Create List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(type = circle|disc|square)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LI -&gt; List item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Table Tags: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(here we can pass height and width attribute with table,tr,td,th)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TABLE -&gt;(attr: border=2 bgcolor="red")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TR -&gt; (attr: bgcolor="red") Table row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TD -&gt;(attr : bgcolor="red" align="left|right|center") table element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 -&gt;(attr : bgcolor="red") table Heading element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TBODY -&gt; Table body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THEAD -&gt; table head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Image Tags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IMG -&gt; Include image in the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(src = "PATH_TO_IMAGE" height=value width=value)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Figure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FIGURE -&gt; include the image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FIGCAPTION -&gt; image 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Form Tag: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User Interaction(Purpose: Submit data to server and also provides the validation)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FORM -&gt;(attr: action="PATH_TO_SERVER" method="TYPE_OF_REQUEST")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Button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BUTTON -&gt;creates the button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(type = submit|button)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Note: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button tag is used then do not write type attribute or use submit value for type attribute to submit data to server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input tag is used to create button then type must be submit to submit data to server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Input Tag: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INPUT -&gt;(attr: type="text|password|button|checkbox|date|file|radio|submit|tel|url|email|number|reset|range|image"    value="USER_DEFINED" name="NAME_OF_INPUT_DATA"  placeholder="PLACEHOLDER OF INPUT TAG"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TEXTAREA -&gt;(attr:rows=10 cols=30) this tag creates textarea for multiline input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Attributes: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width=100:width in pixel(For type image)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height=100:height in pixel(For type image)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maxlength=10: maximum no of character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required:compulsory(Don't use on radio and checkbox)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Input Tag: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Attributes: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readonly:Read only input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multiple: select multiple files(for type file)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autocomplete="on|off": for autocomplete feature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disabled:disable the input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checked attribute must be used with radio and checkbox only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accept attribute is used with file type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Note: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type=reset create button that empty all input tag fields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type=email is for form level validation means when form tries to submit data there it validates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radio is used to select single out of many option but checkbox is used to select multiple option out of many option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Select Tag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 -&gt;create the dropdown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OPTION -&gt; item of the dropdown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(selected -&gt;selects the default 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More Tags: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Definition/Description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DL -&gt;Create Definition list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DT -&gt; Definition Item title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DD -&gt; definition item defintion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Anchor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 -&gt; Link to other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(href = "url" target="_blank|_parent|_self|_top")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Iframe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IFRAME -&gt; open other web page in same page inside a box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(src="url" title="string" height=value width=value allowfullscreen)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DIV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Group the multiple HTML tags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a block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More Tags: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ADDRESS -&gt; for address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BLOCKQUOTE -&gt; create quotes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ABBR -&gt; for abbreviation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SUMMARY -&gt; for summary 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PROGRESS -&gt; creates progress bar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(value = integer_value max="integer_value")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MARQUEEE -&gt; move the 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(height=value width=value direction=left|right|up|down scrolldelay=value behavior=scroll|slide|alternate bgcolor=colorname loop=times_value)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Fieldset Tag: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FIELDSET -&gt; create a boudary or a field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LEGEND -&gt; name of fieldset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Multimedia Tags: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VIDEO-&gt;Creates the video UI HTML5 Player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(height=value width=value poster="Path_to_image" controls|loop|muted|preload|autoplay)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SOURCE-&gt; Link to the audio/video.No need to close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(src="path_to_audio/video" type="mime_type")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AUDIO -&gt; creates the audio UI HTML5 player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(controls|loop|autoplay|muted|preload)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EMBED -&gt; Include audio/video/image(Slow)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(src="path_to_file" height=value width=value type="mime_type")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HTML5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6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New version of HTML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HTML5 features: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Events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Extra attributes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New forms(input tag types)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SVG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Multimedia tags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Drag and drop features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Microdata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WebRTC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MATHML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Websocket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CustomShape 1"/>
          <p:cNvSpPr/>
          <p:nvPr/>
        </p:nvSpPr>
        <p:spPr>
          <a:xfrm>
            <a:off x="360000" y="2160000"/>
            <a:ext cx="917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CustomShape 2"/>
          <p:cNvSpPr/>
          <p:nvPr/>
        </p:nvSpPr>
        <p:spPr>
          <a:xfrm>
            <a:off x="540000" y="3150000"/>
            <a:ext cx="899748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Cascading Style Sheet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Style the HTML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Language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selectors to select the tag and apply the properties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write style tag anywhere on the page(prefer is HEAD tag)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Three ways of using CSS: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Inline CSS: Use style attribute in the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style="font-weight:bolder"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Internal CSS : Use style tag in same document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External CSS:: Use seperate file.File extension must be .css and use Link tag to import it(Prefer Head Tag)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&lt;link rel="stylesheet" href="file_path"&gt;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 Syntax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property:value;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property:value;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......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/*Comment here */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 Selector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is used to identify the HTML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also use id and class attributes value to select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ID is used to selected a single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 #ID_NAME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CLASS  is used to selected multiple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 .CLASS_NAME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selector1 selector2{} -&gt; selector 2 is inside selector 1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 .class #id{}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#id div{}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selector1,selector2{} -&gt;Apply CSS on both selector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a,p{}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.xyz,#abc{}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 Selector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tagname[attribute=value] -&gt;Select by attribute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input[type=text]{}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selector:active -&gt;If selector is active or not. Use it with anchor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selector:checked -&gt;if selector is checked. Use this with radio and checkbox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selector::first-letter -&gt;selects first letter(char) in the selector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selector::first-line -&gt; selects first line in selector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selector:nth-child(N)-&gt; selects the Nth tag of that selector.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selector:last-child -&gt;selects the last tag of that selector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selector:first-child -&gt;selects the first tag of that selector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CSS basic property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CSS property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background-color -&gt; set background color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color -&gt; set text color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height -&gt; set height of block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width -&gt; set width of block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text-align -&gt; set the alignment of 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border -&gt; set the border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background-image -&gt; set background image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margin -&gt; set margin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padding -&gt; set padding   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Colors: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color 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color hexcode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e.g. #12AB45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 color by rgb(RED_VALUE,GREEN_VALUE,BLUE_VALUE).min-value is 0 and max-value is 255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rgb(100,200,100)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 color by rgba(RED_VALUE,GREEN_VALUE,BLUE_VALUE,ALPHA_VALUE). alpha-value range 0.0 - 1.0 and it is used to define transparency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e.g: rgba(100,200,100,0.5)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 color by hsl(HUE_VALUE,SATURATION_VALUE,LIGHTNESS_VALUE). range is 0 to 100%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Box Model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All tags got the box model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CSS uses box-model to control margin border padding and content size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content -&gt; size of content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padding -&gt; internal distance from content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border -&gt; border size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margin -&gt; outer distance from near by block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Flex Properties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Automatically adjust the position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Apply this on outer block flex will automatically adjust inner blocks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display : flex applies the flex. then we can use below flex properties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flex-direction : row|column|row-reverse|column-reverse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justify-content: flex-start|flex-end|center|space-around|space-evenly|space-between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Align-content ,align-items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flex-wrap:wrap|no-wrap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Flex-grow ,align-self ,gap ,flex-shrink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Note: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align the content in the direction of flex-direction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align-items and align-content works at 90 degree angle of justify-content.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Measurement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px →  pixel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vh →  view height(in %)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vw → view width(in %)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em →  relative the parent block font size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rem →  relative to font size the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cm → centimeter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%  → size in percentage of available area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Position Property: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fixed  -&gt; Fixed on the view area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static -&gt; Simple flow of page. Does not follow top left right bottom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sticky -&gt; move with the scroll bar. When scroll bar is not moving this value act as fixed.If top left right bottom applied then act as fixed(mixed of relative and fixed)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absolute -&gt; Move with the scroll bar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relative -&gt; Simple flow of page and position of block relative to parent block. Does follow top left right bottom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Offset: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top: value in measurement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left : value in measurement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right : value in measurement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bottom : value in measurement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Bootstrap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CSS library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Predefined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Bootstrap includes HTML and CSS based design templates for typography, forms, buttons, tables, navigation, modals, image carousels and many other, as well as optional JavaScript plugins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Bootstrap is a free front-end framework for faster and easier web development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Responsive Design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Advantage of Bootstrap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Easy to use:Anybody with just basic knowledge of HTML and CSS can start using Bootstrap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Responsive features:Bootstrap's responsive CSS adjusts to phones, tablets, and desktops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Mobile-first approach:In Bootstrap 5, mobile-first styles are part of the core framework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Browser compatibility:Bootstrap is compatible with all modern browsers (Chrome, Firefox, Edge, Safari, and Opera)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Bootstrap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How to import it?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1.Download Library and import using Link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2.Use CDN link and import using Link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Bootstrap grid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breaks row into 12 columns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number of columns to decide the width of block inside row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So row is more like a wrapper for columns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Javascript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Programming Language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relation with Java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Easy language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Multi Paradigm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Event Driven programming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It is designed for Browser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Purpose is to make web page dynamic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; at the end of every statement is not compulsary but if statements are in same line then compulsary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EMCAScript Is the standard specification for this language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https://tc39.es/ecma262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Javascript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use it in two ways with HTML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Internal JS: write in same HTML file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 code in script tag(Prefer head and at the end of body)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External JS : seperate JS file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extension must be .js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Link using script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&lt;script src="path_to_js_file"&gt;&lt;/script&gt;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 not write Js code in same script tag that is used for importing external script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Variables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 need to mention datatype of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variable by var/let/const keyword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let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const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reassign value of any datatype to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redeclration is also allowed of only variable created by var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Comments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//single line comment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/*multi line comment*/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Operators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CustomShape 3"/>
          <p:cNvSpPr/>
          <p:nvPr/>
        </p:nvSpPr>
        <p:spPr>
          <a:xfrm>
            <a:off x="914400" y="1371600"/>
            <a:ext cx="3538440" cy="36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Airthmatic operators: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+,-,/,*,++,--,%,**(exponential)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Assignment operators: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-=,+=,*=,/=,%=,**=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String Concat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+,+=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Comparison Operators: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==,===,!=,!==,&gt;,&lt;,&gt;=,&lt;=,?: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Logical Operators: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&amp;&amp;,||,!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If-else statements: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If-else statement: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}else{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If-else statements: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If-Else-if statement: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}else if(expression){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}else if(expression){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}else{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Datatypes: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Number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Boolean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Arrays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undefined(Variable without 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Datatype: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String,Number,BigInt,Boolean,undefined,null,Symbol,Object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Dialog Box: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Dialog Box: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1.Alert: shows info/error means some kind of information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alert(string)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2.Prompt: show info and also take from user and returns the string in JS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variable = prompt(string)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Typecasting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parseInt(string) -&gt; Converts to Integer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parseFloat(string) -&gt; Converts to Float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Number(string/boolean) → Converts to number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1234xyz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parseInt(1234xyz) → 1234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Number(1234xyz) → NaN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Loops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1.For Loop: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for(initialization;condition; increment/decrement){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2.While Loop: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while(expression){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3.Do while Loop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}while(expression)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Loops: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(key in object)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(variable of iterable)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Strings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Collection of characters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Datatype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Access is by Subscript or []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string_variable[index]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string_variable.length -&gt; gives the length of string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Strings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string_variable.property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string_variable.function(arg)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.startsWith(str) -&gt;returns true if given string starts with str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.endsWith(str) -&gt;returns true if given string ends with str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.charAt(index) -&gt; retuns the character at index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.includes(str) &gt; check if string contains the str or not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.toUpperCase() -&gt; converts to uppercase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.toLowerCase() -&gt; converts to lowercase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.indexOf(str) -&gt; returns the first occurance starting index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.lastIndexOf(str) -&gt;returns the last occurance starting index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Arrays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Collection of any type of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Array can store any type of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Access every element by index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array_variable[index]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array_variable.property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array_variable.function(arg)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Arrays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.indexOf(arg) -&gt; returns the first occurance index of arg in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.lastIndexOf(arg) -&gt;returns the last occurance index of arg in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.push(element) -&gt; Insert element at the end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.unshift(element) -&gt;Insert element at the starting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.pop() -&gt;removes the last element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.shift() -&gt; removes the first element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.splice(starting_index,count) -&gt; removes number of element from in between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.join(delimiter) -&gt;creates string by joining array of element by delimiter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.includes(element) -&gt; check given element is present in array or not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.reverse() -&gt; returns the reverse of array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Functions: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is a block of code designed to perform a particular task.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function_name(argument){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return 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Anonymous Function: useful for callbacks or functions as arguments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function(argument){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return 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assign anonymous function to a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Functions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Arrow Key function: Useful for callbacks or function as arguments or single liner functions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(arguments) =&gt;{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return 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assign it to a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number of argument is 1 then () are optional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single statement and that statement is return statement then {} and return keyword is optional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Arrow key function does not bind to the this scope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Object: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Key-value pair/property-value pair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store in 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Property name can be string or numbers also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object_variable =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property : value,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property : 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Object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Access property/members: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object_variable.property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object_variable[property]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property exists it'll access that property or If you are assigning some value to property and that property does not exist it'll create the 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Inside Object use anonymous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Object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1"/>
          <a:stretch/>
        </p:blipFill>
        <p:spPr>
          <a:xfrm>
            <a:off x="685800" y="1143000"/>
            <a:ext cx="5875200" cy="425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Events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Something occurred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User action or some task success or error creates a event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bind a function for that event and that function will execute whenever that event is fired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click,mouseover,mouseenter,mouseleave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focus -&gt; when focus on input box to type something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blur -&gt; When focus goes out of input box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change -&gt; when value change in input box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submit -&gt; when form starts the submission of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 Object Model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Browser gets the code(HTML,CSS,JS) parses the code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Browser creates the DOM of each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After creating DOM of each tag ,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browser render by DOM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 Object: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is top level object for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contains DOM of all tags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window Object 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Top level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Created of each tab in modern browser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contains document object and other details related to that tab like history,location,etc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Known as BOM(Browser Object Model)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window-&gt;document-&gt;DOM OF TAGS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to select DOM inside document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document.getElementById(argument)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document.getElementsByTagName(argument)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document.getElementsByClassName(argument)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document.getElementsByName(argument)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" descr=""/>
          <p:cNvPicPr/>
          <p:nvPr/>
        </p:nvPicPr>
        <p:blipFill>
          <a:blip r:embed="rId1"/>
          <a:stretch/>
        </p:blipFill>
        <p:spPr>
          <a:xfrm>
            <a:off x="200520" y="988920"/>
            <a:ext cx="6656040" cy="454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Validation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1.User level validation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Validation written by user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2.Form level validation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Validation implemented by form tag like required,email, etc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Also validate on submit event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Submit event: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Form fire this event when it tries to submit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submit event handler function return false then form will not submit data to the server else if returns true form will submits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Scopes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Three types of scopes: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1.Global:Outside function var,let,const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2.Function : function creates this scope: var,let,const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3.Block : creates by {}:let,const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Global let and var keyword variables are accessible everywhere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Variable declared with let and var follow function scope means if they are declared inside function then cannot be accessed outside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Variable declared with let keyword follow block scope means if declared inside block cannot accessed outside of block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Object Oriented Concepts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creating object by function(Constructor)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Employee(){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this.name = "Neha"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this.id = 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this.salary = 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this.get_tax = function(){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    return 0.10* this.salary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new keyword is creating object and function is acting a constructor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emp1 = new Employee() // Now Employee is acting as constructor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emp2 = new Employee()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emp3 = new Employee()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Employee() // Normal Function Call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emp1.email = "</a:t>
            </a:r>
            <a:r>
              <a:rPr b="0" lang="en-US" sz="1950" strike="noStrike" u="sng">
                <a:solidFill>
                  <a:srgbClr val="0000ff"/>
                </a:solidFill>
                <a:effectLst/>
                <a:uFillTx/>
                <a:latin typeface="Source Sans Pro Semibold"/>
                <a:ea typeface="DejaVu Sans"/>
                <a:hlinkClick r:id="rId1"/>
              </a:rPr>
              <a:t>sid@gmail.com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//Initialize property by argument: Parameterized constructor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Student(id,name,salary)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this.name = name;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this.id = id;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this.salary = salary;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this.get_tax = function(){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    return 0.10 * this.salary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}   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emp1 = new Student(1,"Siddhant",1000)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emp2 = new Student(2,"Anubhav",2000)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emp3 = new Student(3,"Rajat",3000)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Prototyping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Inheritance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 not  create cyclic prototype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All the objects are prototype of "Object" at top level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By below syntax we can change prototype of any object Constructor.prototype = new Some_Constructor()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By setPrototypeOf function we are selecting and changing prototype of particular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Object.setPrototypeOf(obj,new Protype_constructor())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Prototyping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5" name="" descr=""/>
          <p:cNvPicPr/>
          <p:nvPr/>
        </p:nvPicPr>
        <p:blipFill>
          <a:blip r:embed="rId1"/>
          <a:stretch/>
        </p:blipFill>
        <p:spPr>
          <a:xfrm>
            <a:off x="248040" y="1143000"/>
            <a:ext cx="5236920" cy="433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Class Syntax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class ClassName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constructor(arguments){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this.property=value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function_name(){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constructor must be constructor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write all the variable inside constructor with "this"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normal function without function keyword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Inheritance: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class ClassName extends ClassName{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constructor(arguments){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super()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this.property=value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function_name(){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Date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Object for current date: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d = new Date()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-&gt;By variable access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console.log(d.getDay())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console.log(d.getMonth()) // starting from 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console.log(d.getFullYear())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console.log(d.getHours())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console.log(d.getMinutes())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console.log(d.toDateString())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console.log(d.toISOString())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console.log(d.toLocaleString())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Date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date Object for any date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my_dob = new Date(2000,0,10)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order of argument : year,month,date,hour,minutes,seconds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Regular expressions: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Pattern Matching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Validation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^ -&gt; line starting with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 -&gt; Line ending with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 -&gt; Any character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* -&gt; Zero or more occurance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+ -&gt; one or more occurance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[] -&gt; Range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{} -&gt; exact occurance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| -&gt; 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Regular Expression: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string.replace(/expression/,string)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string.replaceAll(/expression/g,string)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string.search(/expression/)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string.match(/expression/)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string.matchAll(/expression/g)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Canvas: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-&gt;For 2D drawing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create canvas: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&lt;canvas&gt;&lt;/canvas&gt;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Functions list: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cavnas.getContext("2d") -&gt; To get 2d drawing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canvas_object.fillStyle = "color"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canvas_object.fillRect(left,top,width,height)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Canvas: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canvas_object.moveTo(left,top)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canvas_object.lineTo(left,top)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canvas_object.stroke(draw)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canvas_object.font = "FontSize Fontfamily" -&gt; set font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canvas_object.fillText("String",left,top) -&gt; Draw the 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Library of JS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Manipulation of DOM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Animation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Events handling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Two Ways to import JQuery: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1.Download file and import using script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2.Use CDN link import using script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CustomShape 2"/>
          <p:cNvSpPr/>
          <p:nvPr/>
        </p:nvSpPr>
        <p:spPr>
          <a:xfrm>
            <a:off x="360000" y="1386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General Syntax of Jquery to access DOM and apply function: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$(CSS_SELECTOR).function()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$(CSS_SELECTOR) selects the TAG and .function() apply on that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Perform all task afer page/document is loaded: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function passed to ready function will execute after page/document is ready/rendered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$(document).ready(function(){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//Write your code here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 Functions: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.val() -&gt; equivalent to .value 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.html() -&gt; equivalent to .innerHTML 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.text() -&gt; equivalent to .innerText 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.append() or .appendTo() -&gt; append to the innerHTML property or append to any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.prepend() or .prependTo() -&gt; prepend to any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.css() -&gt;Change CSS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.addClasss() -&gt;add CSS classes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.removeClass() -&gt; remove CSS classes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 Events: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.on(event,function) -&gt; Listener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$(selector).click(function)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$(selector).eventFunction(handler_function)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" descr=""/>
          <p:cNvPicPr/>
          <p:nvPr/>
        </p:nvPicPr>
        <p:blipFill>
          <a:blip r:embed="rId1"/>
          <a:stretch/>
        </p:blipFill>
        <p:spPr>
          <a:xfrm>
            <a:off x="360000" y="2473920"/>
            <a:ext cx="7446600" cy="301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 Animations: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.hide([duration],[easing],[complete]) -&gt; Hide tag.easing values are two linear and swing.Duration values are in milliseconds on slow or fast.complete is the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.show() -&gt; show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.toggle() -&gt; Hide and show tag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.animate() -&gt;Create animation. Works on only Some measurement related CSS property.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.fadeIn()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.fadeOut()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.slideUp()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.slideDown()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" descr=""/>
          <p:cNvPicPr/>
          <p:nvPr/>
        </p:nvPicPr>
        <p:blipFill>
          <a:blip r:embed="rId1"/>
          <a:stretch/>
        </p:blipFill>
        <p:spPr>
          <a:xfrm>
            <a:off x="2057400" y="2955600"/>
            <a:ext cx="7766640" cy="199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 Plugin: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Just another library works with jquery or give extra supports to jquery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Jquery.Color Link: Supporting library for animation. It manipulates the color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https://github.com/jquery/jquery-color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Nodejs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Runs on Chome V8 JS engine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Runtime environment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Its JS without DOM, and any browser functionality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Added features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Many features added through modules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Asynchronous Programming(Available Also in JS)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File extension must be .js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Wherever you are typing path use linux relative path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Nodejs uses built-in module and external libraries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Nodejs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 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Download LTS version from </a:t>
            </a:r>
            <a:r>
              <a:rPr b="0" lang="en-US" sz="1950" strike="noStrike" u="sng">
                <a:solidFill>
                  <a:srgbClr val="0000ff"/>
                </a:solidFill>
                <a:effectLst/>
                <a:uFillTx/>
                <a:latin typeface="Source Sans Pro Semibold"/>
                <a:ea typeface="DejaVu Sans"/>
                <a:hlinkClick r:id="rId1"/>
              </a:rPr>
              <a:t>https://nodejs.org/en/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Execute the code: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node filename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Print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console.log(variable)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console.log(string)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Modules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separate file for code/function/Object/variable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Export function/variable/Object by exports.variable_name. Prefer this syntax for functions and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Export function/variable/Object by module.exports = variable. Prefer this syntax for Object.To export one object from the file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require("modulename") to import the module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user defined module pass the path of that module to require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built-in module and external module pass the module name to the require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User Input: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 inbuilt "readline" module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Interface(Connect with standard input and standard output)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inp = readline.createInterface({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input : process.stdin,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output : process.stdout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Take input using question()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inp.question(“String”,function(input_data){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User Input: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8" name="" descr=""/>
          <p:cNvPicPr/>
          <p:nvPr/>
        </p:nvPicPr>
        <p:blipFill>
          <a:blip r:embed="rId1"/>
          <a:stretch/>
        </p:blipFill>
        <p:spPr>
          <a:xfrm>
            <a:off x="457200" y="1238760"/>
            <a:ext cx="6265800" cy="287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File handling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CustomShape 2"/>
          <p:cNvSpPr/>
          <p:nvPr/>
        </p:nvSpPr>
        <p:spPr>
          <a:xfrm>
            <a:off x="360000" y="1386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fs module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Contains both Synchronous and Asynchronous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readFileSync() returns the buffer type not String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convert buffer into string use .toString()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file does not exist writeFileSync() will create it and then write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you any previous data in file writeFileSync() will overwrite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readFileSync() and appendFileSync(),the file must be there otherwise they will give error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readFile() returns the data in Buffer/Bytes format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Convert to string use .toString()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 must be in string format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writeFile() will overwrite the data and if file is not there create the file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File handling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Synchronous file handling: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writeFileSync()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readFileSync()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appendFileSync()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Asynchronous file handling: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writeFile()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readFile()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492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appendFile()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File handling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" descr=""/>
          <p:cNvPicPr/>
          <p:nvPr/>
        </p:nvPicPr>
        <p:blipFill>
          <a:blip r:embed="rId1"/>
          <a:stretch/>
        </p:blipFill>
        <p:spPr>
          <a:xfrm>
            <a:off x="248040" y="1184400"/>
            <a:ext cx="5236920" cy="184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6" name="" descr=""/>
          <p:cNvPicPr/>
          <p:nvPr/>
        </p:nvPicPr>
        <p:blipFill>
          <a:blip r:embed="rId2"/>
          <a:stretch/>
        </p:blipFill>
        <p:spPr>
          <a:xfrm>
            <a:off x="228600" y="3076920"/>
            <a:ext cx="5256360" cy="19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" descr=""/>
          <p:cNvPicPr/>
          <p:nvPr/>
        </p:nvPicPr>
        <p:blipFill>
          <a:blip r:embed="rId3"/>
          <a:stretch/>
        </p:blipFill>
        <p:spPr>
          <a:xfrm>
            <a:off x="5467680" y="1648080"/>
            <a:ext cx="4360680" cy="246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Timers: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Execute functions based on time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Timer functions: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setTimeout(function,time) -&gt; execute once after the timeout is over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setInterval(function, time) -&gt; execute periodically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setImmediate(function, time) -&gt; execute immediately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clearTimeout(timer_object) -&gt; stops the timeout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clearInterval(timer_object) -&gt; stop the periodic execution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time in above function must be passed in milliseconds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Timers: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2" name="" descr=""/>
          <p:cNvPicPr/>
          <p:nvPr/>
        </p:nvPicPr>
        <p:blipFill>
          <a:blip r:embed="rId1"/>
          <a:stretch/>
        </p:blipFill>
        <p:spPr>
          <a:xfrm>
            <a:off x="457200" y="1124280"/>
            <a:ext cx="5027400" cy="390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Communication Models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Communication Models: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1.Request Response Model: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Client must request the server then server will respond(e.g HTTP)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client wants to send any data, client send data with the request and server will process that and send response data packet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2.Publisher Subscriber model:(MQTT)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Broker is the server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Publisher only publishes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Subscriber automatically gets the data because they are subscribed to that data , they do not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HTTP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Hypertext transfer protocol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Its a protocol ( a set of rules for "How to follow request response")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RFC2616(This is draft of the rules of HTTP protocol)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https://datatracker.ietf.org/doc/html/rfc2616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Website/webapp follows this protocol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Browser creates the request packet and send it to the server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Server creates the response packet and send it back to browser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 Http server is not going to record the states of the previous request response  cycle: HTTP is stateless protocol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default port of HTTP servers is 80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MIME Type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Type of data in http transporting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sng">
                <a:solidFill>
                  <a:srgbClr val="0000ff"/>
                </a:solidFill>
                <a:effectLst/>
                <a:uFillTx/>
                <a:latin typeface="Source Sans Pro Semibold"/>
                <a:ea typeface="DejaVu Sans"/>
                <a:hlinkClick r:id="rId1"/>
              </a:rPr>
              <a:t>https://www.iana.org/assignments/media-types/media-types.xhtml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application/json → for JSON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application/csv → For CSV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text/html → For html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Request Packet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consist of data and metadata(data about data and data about the sender and the server)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Headers contains metadata and body contains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[Headers][Request Body]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GET /mx-linux-blog/ HTTP/3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Host: mxlinux.org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User-Agent: Mozilla/5.0 (X11; Linux x86_64; rv:99.0) Gecko/20100101 Firefox/99.0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Accept: text/html,application/xhtml+xml,application/xml;q=0.9,image/avif,image/webp,*/*;q=0.8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Accept-Language: en-US,en;q=0.5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Accept-Encoding: gzip, deflate, br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Connection: keep-alive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Content-Type : x-www-form-urlencoded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Response Packet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consist of data and metadata(data about data and data about the sender and the server)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Headers contains metadata and body contains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[Headers][Response Body]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HTTP/3 200 OK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date: Mon, 20 Jun 2022 03:50:03 GMT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content-type: text/html; charset=UTF-8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Types of Request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GET -&gt; Retrieve the data from server -&gt; Sends data with the URL to the server. Browser always creates GET request from address bar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POST -&gt; Save/Create new record on server -&gt; Send data in the request body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PUT -&gt; Update the record on server -&gt; Send data in request body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DELETE -&gt; Delete record on server -&gt; Send data in URL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PATCH -&gt; Update record on server -&gt; Send data in request body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TRACE -&gt; Test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CONNECT -&gt; To create connection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OPTIONS -&gt; for configurations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HEAD -&gt; Same as get except response will not have the body.Test the Resource on server wether its available or not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Status code: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100 -&gt; continue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200 -&gt; Successful request processing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201 -&gt; Record created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400 -&gt; Bad Request(Wrong config in Request packet)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401 -&gt; Unauthorized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404 -&gt; Resource/path not found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500 -&gt; Server internal issue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URL: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Address of resource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[protocol]://[hostname][:port][path][?querystring]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e.g.: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http://www.google.com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PROTOCOL:HTTP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HOSTNAME: www.google.com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PORT:80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PATH : 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URL: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4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http://www.google.com/search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PROTOCOL:HTTP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HOSTNAME: www.google.com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PORT:80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PATH : 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http://www.google.com:8000/search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PROTOCOL:HTTP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HOSTNAME: www.google.com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PORT:8000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PATH : 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http://192.168.1.5:8000/search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PROTOCOL:HTTP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HOSTNAME: 192.168.1.5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PORT:8000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PATH : /search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Print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http://192.168.1.5:8000/register?name=sid&amp;password=123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PROTOCOL:HTTP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HOSTNAME: 192.168.1.5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PORT:8000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PATH : /register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QUERYSTRING(In x-www-form-urlencoded format): name=sid&amp;password=123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local system: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-&gt;HOSTNAME address is 127.0.0.1 or localhost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http://localhost:8000/users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http://127.0.0.1:8000/users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Domain Name: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.com [should be allocated to commercial websites]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xyz.com [Name of the system/Name of IP address 100.10.10.2]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app.xyz.com [app is subdomain. Means it is used to redirect request to certain program(app that is one server) on the xyz.com]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www.xyz.com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server1.xyz.com [server1 here is subdomain . Might be configured to use server1 that is running on 8000]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server2.xyz.com [server2 here is subdomain . Might be configured to use server2 that is running on 8001]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server3.xyz.com [server3 here is subdomain . Might be configured to use server3 that is running on 8002]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server4.xyz.com [server4 here is subdomain . Might be configured to use server4 that is running on 8003]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Nodejs http module: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"http" module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createServer is creating server and take callback function as argument.This callback function will execute for every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.listen() is starting the server on some given PORT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Nodejs http module: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" descr=""/>
          <p:cNvPicPr/>
          <p:nvPr/>
        </p:nvPicPr>
        <p:blipFill>
          <a:blip r:embed="rId1"/>
          <a:stretch/>
        </p:blipFill>
        <p:spPr>
          <a:xfrm>
            <a:off x="143280" y="988920"/>
            <a:ext cx="6713280" cy="449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Asynchronous Programming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Promise: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 functions returns the Promise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Promise have many states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we want to get data from Promise we should parse(resolve)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resolve that use .then() and if promise failed use .catch()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this keyword to create asynchrnous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async is used on function then function returns promise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 function(arg){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variable = async function(arg){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variable = async () =&gt;{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await: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resolves the promise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Stops the current flow means current flow will not move to the next statement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await must be used inside async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 function caller(){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var x = await fetch_data()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//here await will wait here to resoolve the promise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console.log(x.toUpperCase())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caller()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Either use async-await or Promise constructor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//Promise callback function two argument first must be resolve second must be reject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x = new Promise((resolve, reject) =&gt;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var data = fs.readFileSync("demo.txt").toString()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if (data)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    resolve(data) // here returning a resolve function this will be handled by then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} else 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    reject("No data") // here returning reject function this will be handled by catch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x.then((data) =&gt; console.log(data)).catch(err =&gt; console.log(err))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Package Management: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Tool Name :npm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Manages the library installation and uninstalltion and updation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handles dependency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Downloads from npm repository(store on website) and installs also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https://www.npmjs.com/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Package.json FIle: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Contains details of the project:Name,License,Author version.. etc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and also package list that we are using in current project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 Library/package in current folder: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creates a node_modules folder and installs inside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automatically creates the package.json and package-lock.json if they do not exist.It will update the package name and version in package.json and all dependecy list in package-lock.json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install package_name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 Library/package globaly: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install package_name -g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Uninstall library: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uninstall package_name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uninstall package_name -g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Update the library: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update package_name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 library from package.json: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install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Initiate the project: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Creates package.json and write project details inside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init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 REPL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 Print Eval Loop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Execute statements line by line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Testing small statements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Perform single statement task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Start node REPL: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Exit: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ctrl+d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 Event Loop: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This is executing the JS code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This is single threaded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 got multiple phases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https://nodejs.org/en/docs/guides/event-loop-timers-and-nexttick/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Nodejs Event Loop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0" name="" descr=""/>
          <p:cNvPicPr/>
          <p:nvPr/>
        </p:nvPicPr>
        <p:blipFill>
          <a:blip r:embed="rId1"/>
          <a:stretch/>
        </p:blipFill>
        <p:spPr>
          <a:xfrm>
            <a:off x="1679400" y="1143000"/>
            <a:ext cx="5959080" cy="436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 Event Loop: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Each phase has a FIFO queue of callbacks to execute.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timers: this phase executes callbacks scheduled by setTimeout() and setInterval().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pending callbacks: executes I/O callbacks deferred to the next loop iteration.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idle, prepare: only used internally.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poll: retrieve new I/O events; execute I/O related callbacks (almost all with the exception of close callbacks, the ones scheduled by timers, and setImmediate()); node will block here when appropriate.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check: setImmediate() callbacks are invoked here.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close callbacks: some close callbacks, e.g. socket.on('close', ...).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 Event Loop: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5" name="" descr=""/>
          <p:cNvPicPr/>
          <p:nvPr/>
        </p:nvPicPr>
        <p:blipFill>
          <a:blip r:embed="rId1"/>
          <a:stretch/>
        </p:blipFill>
        <p:spPr>
          <a:xfrm>
            <a:off x="131040" y="1028520"/>
            <a:ext cx="9586440" cy="422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Node Event Loop: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8" name="" descr=""/>
          <p:cNvPicPr/>
          <p:nvPr/>
        </p:nvPicPr>
        <p:blipFill>
          <a:blip r:embed="rId1"/>
          <a:stretch/>
        </p:blipFill>
        <p:spPr>
          <a:xfrm>
            <a:off x="177120" y="1028880"/>
            <a:ext cx="9751680" cy="445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JSON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https://www.json.org/json-en.html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Javascript Object Notation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 interchange format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 is represented in JSON format for transmission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client -----------------&gt; Server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&lt;----------------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             JSON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JSON: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JSON is string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JSON got two format: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1.List/JSON Arrays: Arrays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'["Apple","mango"]'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2.Key-Value pair/JSON Object: Similar to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'{"name" : "Siddhant","id" : 10}'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JSON: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Convert JSON to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JSON.parse(JSON_DATA)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Convert Object to JSON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JSON.stringify(Object_data)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Note : In Object,do not write any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AJAX: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Asynchronous Javascript and XML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Synchronous communication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Submit data to the server get response and refresh/reload the page to show response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Asynchronous communication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Submit data to the server get response and no need to reload the page. The whole communication is in backend of the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AJAX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AJAX uses XML to transfer the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AJAX is implemented by XMLHttpRequest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How to implement?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Object of XMLHttpRequest and perform the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Plain JS AJAX: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1.Create Object of XMLHttpRequest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2.Open request(Set type of request and server address)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3.Optional(Set headers)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4.Register callback function(Receive the data here by this.responseText ) on onreadystatechange.This callback function will execute for every change of state(readyState) of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5.Send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Ready State: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0-&gt; Request is not initialized yet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1-&gt; Request initialized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2-&gt; Server received the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3-&gt; Server processing the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4-&gt; You got the response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5" name="" descr=""/>
          <p:cNvPicPr/>
          <p:nvPr/>
        </p:nvPicPr>
        <p:blipFill>
          <a:blip r:embed="rId1"/>
          <a:stretch/>
        </p:blipFill>
        <p:spPr>
          <a:xfrm>
            <a:off x="427680" y="1215720"/>
            <a:ext cx="7503840" cy="373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Jquery AJAX: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1.Call the $.ajax() function and pass all configuration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2.Recieve data .done() use callback function to use the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8" name="" descr=""/>
          <p:cNvPicPr/>
          <p:nvPr/>
        </p:nvPicPr>
        <p:blipFill>
          <a:blip r:embed="rId1"/>
          <a:stretch/>
        </p:blipFill>
        <p:spPr>
          <a:xfrm>
            <a:off x="457200" y="2514600"/>
            <a:ext cx="6225120" cy="205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Express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Web framework/Library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Giving simple ways to handle path(Got robust routing)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Middleware to add functionality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Express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Project Setup 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folder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Open terminal/command window in that folder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Initiate the project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Add details or skip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 library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Package Name: express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Do not install globally(recommended)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How to handle Path?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app.TYPE_OF_REQUEST("PATH",function(req,res){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//process request and write response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app.get() →Handle get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app.post() →Handle post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app.put() →Handle put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app.delete() → Handle delete request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6" name="" descr=""/>
          <p:cNvPicPr/>
          <p:nvPr/>
        </p:nvPicPr>
        <p:blipFill>
          <a:blip r:embed="rId1"/>
          <a:stretch/>
        </p:blipFill>
        <p:spPr>
          <a:xfrm>
            <a:off x="562320" y="685800"/>
            <a:ext cx="5379840" cy="459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serve static files(HTML/CSS/JS/Images....etc):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a folder and put all static(Files for the browser/client) files there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add following line in your code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app.use(express.static("FOLDERNAME"))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To Parse the request: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body-parser module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It'll convert it to the object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Integrate it with app.use()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Urlencoded format: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app.use(bodyParser.urlencoded({extended:true}))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JSON form: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app.use(bodyParser.json())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After parsing if type of request is GET access data object by req.query and if type of request is POST access data object by req.body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Frontend framework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 react,React generates the JS,HTML,CSS code for browser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SPA(Single page application)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Two phases: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Development: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project is in development. In this case react uses a development server. Development server runs on 3000 port by default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Production: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If project is released and deployed on server for public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Project Setup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Project Setup: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Run following command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npx create-react-app app-name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Go inside app-name folder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Run command to start the app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start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Work inside src folder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Press ctrl+c to terminate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Startup code flow: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public/index.html -&gt; src/index.js -&gt;src/App.js(Component|Work here and after this) -&gt; User defined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JSX: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Similar to HTML but more restrict rules and got extra features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Tag must be closed like input also br tag also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&lt;br/&gt;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Comment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{/*Comment here*/}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Write any JS expression in {expression} inside JSX. That expression must return something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write attribute in Camel Notation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use className attribute instead of class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Component: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Fundamental building block of the page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Depends on UI hierarchy and information architecture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Component Name must start with Upper case letter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Component name and file name should be same(But you can change)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Inside return function we can write JSX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Inside return we must have one root/parent tag. Means Adjacent Tags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JSX must be inside return function. We can also assign to variable but finally should be used inside return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use two syntax's for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1.Function Syntax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2.Class Syntax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Function Component: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CustomShape 2"/>
          <p:cNvSpPr/>
          <p:nvPr/>
        </p:nvSpPr>
        <p:spPr>
          <a:xfrm>
            <a:off x="360000" y="152028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3" name="" descr=""/>
          <p:cNvPicPr/>
          <p:nvPr/>
        </p:nvPicPr>
        <p:blipFill>
          <a:blip r:embed="rId1"/>
          <a:stretch/>
        </p:blipFill>
        <p:spPr>
          <a:xfrm>
            <a:off x="419400" y="1457640"/>
            <a:ext cx="5751360" cy="219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Class Component: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6" name="" descr=""/>
          <p:cNvPicPr/>
          <p:nvPr/>
        </p:nvPicPr>
        <p:blipFill>
          <a:blip r:embed="rId1"/>
          <a:stretch/>
        </p:blipFill>
        <p:spPr>
          <a:xfrm>
            <a:off x="228600" y="991080"/>
            <a:ext cx="8685360" cy="426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Class Component: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9" name="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8685360" cy="388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Statement for Components: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ComponentName from "FilePath"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-&gt;Then use the Component as JSX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&lt;Component/&gt;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&lt;Component&gt;&lt;/Component&gt;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State: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State is used to retain the value and re-render the component if value changed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How to use?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{useState} from "react"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[state,setState] = useState(DefaultValue)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State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state is variable and setState is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Access value directly by state variable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But Assign value by setState function and this function will re-render component also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setState simply assigned the value and re-render the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 is compulsory prefix for function name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Share data among Components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We can pass data from parent Component to the child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Only to the next child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Parent can pass data to only next child through props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How to share among Components?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Pass data from parent to next child then to next child then to next child and so 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CSS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Create a seperate CSS file and import that file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//Importing CSS here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"./Style.css"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For inline CSS use style attribute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style ={{propertyName : "value"}}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 Inline CSS property name is in Camel Notation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Lift up the state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Several components need to reflect the same changing data. We recommend lifting the shared state up to their closest common ancestor.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Whenever you want to pass data of state to other hierarchy though props then move the state to the common parent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You should rely on the top-down data flow.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Lifting state involves writing more “boilerplate” code than two-way binding approaches, but as a benefit, it takes less work to find and isolate bugs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Context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Context provides a way to pass data through the component tree without having to pass props down manually at every level.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Context data is available in downwards direction from Provider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Provider: Shares the data in Downwards hierarchy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Consumer: Access that data from Context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Data is passed top-down (parent to child) via props, but such usage can be cumbersome for certain types of props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Context is designed to share data that can be considered “global” for a tree of React components, such as the current authenticated user, theme, or preferred language.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Context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1.First Create File for Context and use createContext function to create it. Context should not exported default.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export const NameContext = createContext(DefaultValue)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2.Use Provider to add data to Context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Provider Syntax: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&lt;ContextVariable.Provider value = {Pass data here}&gt;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&lt;Component/&gt;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&lt;/ContextVariable.Provider&gt;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Context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3.Acess data by Consumer or useContext()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There are two to access data from Context: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1.Use Consumer: Access data directly in JSX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&lt;ContextVariable.Consumer&gt;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{value =&gt; //Write component code and access data from value 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variable}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&lt;/ContextVariable.Consumer&gt;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2.Use useContext function: Access inside Component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variable = useContext(ContextVariable)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Here variable will recieve the value from Provider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Conditional Rendering: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Setting up UI based on some state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{stateValue : &lt;Component/&gt; or JSX ? &lt;Component/&gt; or JSX 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Composition Vs Inheritance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Composition : Using Components Together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1.Containment: Create a generic Component and use it as wrapper for other Component. Mostly used for UI themeing and genric Components like list, button , inputbox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-&gt;Pass the Components as children and access it by props. children property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&lt;Component&gt;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{Pass Anything Here}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&lt;/Component&gt;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2.Speclization: Create special Component for special task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Inheritance: Inheriting property of one Component inside other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Composition is better at creating component tree so inheritance is not needed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Lifecycle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There are few lifecycle function execute at different phase of Component rendering lifecycle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sng">
                <a:solidFill>
                  <a:srgbClr val="0000ff"/>
                </a:solidFill>
                <a:effectLst/>
                <a:uFillTx/>
                <a:latin typeface="Source Sans Pro Semibold"/>
                <a:ea typeface="DejaVu Sans"/>
                <a:hlinkClick r:id="rId1"/>
              </a:rPr>
              <a:t>https://reactjs.org/docs/react-component.html#the-component-lifecycle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1.Mounting: loading the component and rendering 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constructor()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getDerivedStateFromProps()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render()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componentDidMount()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Lifecycle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2.Update: Re-render the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getDerviedStateFromProps()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shouldComponentUpdate()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render()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getSnapshotBeforeUpdate()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componentDidUpdate()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3.Unmount: destory the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componentWillUnmount()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Redux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React Redux is the official React UI bindings layer for Redux.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It lets your React components read data from a Redux store, and dispatch actions to the store to update state.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State Management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Redux itself is a standalone library that can be used with any UI layer or framework, including React, Angular, Vue, Ember, and vanilla JS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React Redux implements many performance optimizations internally, so that your own component only re-renders when it actually needs 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Redux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Install: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npm install react-redux @reduxjs/toolkit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Redux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Reducer: Manipulate the state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Action:By this we decide which reducer to use.It contains two parameters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1.type : Type of action , select the reducer to update the state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2.payload : contains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Redux Use: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Step 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1.Create Store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{configureStore} from "@reduxjs/toolkit"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export default configureStore({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reducer :{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//later we will add reducer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	</a:t>
            </a: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})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2.Use Provider to apply store on Top level Component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{Provider} from "react-redux"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store from "./Store"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React Redux Use: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3.Create Slice and reducer function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4.Now Add slice to reducer in Store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5.Use useDispatch hook Dispatcher to send action and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{useDispatch} from "react-redux"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import {add} from "./FruitNameSlice"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dispatch = useDispatch()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dispatch(add(e.target.value))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6.Use useSelector to access data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var fruit_name = useSelector((state) =&gt; state.fruitName.fruit_name)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Store: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8" name="" descr=""/>
          <p:cNvPicPr/>
          <p:nvPr/>
        </p:nvPicPr>
        <p:blipFill>
          <a:blip r:embed="rId1"/>
          <a:stretch/>
        </p:blipFill>
        <p:spPr>
          <a:xfrm>
            <a:off x="360000" y="1270080"/>
            <a:ext cx="5722560" cy="178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Slice: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" descr=""/>
          <p:cNvPicPr/>
          <p:nvPr/>
        </p:nvPicPr>
        <p:blipFill>
          <a:blip r:embed="rId1"/>
          <a:stretch/>
        </p:blipFill>
        <p:spPr>
          <a:xfrm>
            <a:off x="228600" y="1143000"/>
            <a:ext cx="891396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Provider: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4" name="" descr=""/>
          <p:cNvPicPr/>
          <p:nvPr/>
        </p:nvPicPr>
        <p:blipFill>
          <a:blip r:embed="rId1"/>
          <a:stretch/>
        </p:blipFill>
        <p:spPr>
          <a:xfrm>
            <a:off x="685800" y="1350000"/>
            <a:ext cx="5018040" cy="260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Dispatch Action and Select state: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7" name="" descr=""/>
          <p:cNvPicPr/>
          <p:nvPr/>
        </p:nvPicPr>
        <p:blipFill>
          <a:blip r:embed="rId1"/>
          <a:stretch/>
        </p:blipFill>
        <p:spPr>
          <a:xfrm>
            <a:off x="360000" y="1267200"/>
            <a:ext cx="4827240" cy="14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8" name="" descr=""/>
          <p:cNvPicPr/>
          <p:nvPr/>
        </p:nvPicPr>
        <p:blipFill>
          <a:blip r:embed="rId2"/>
          <a:stretch/>
        </p:blipFill>
        <p:spPr>
          <a:xfrm>
            <a:off x="476640" y="3841560"/>
            <a:ext cx="5236920" cy="22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Web Security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Security Threat is defined as a risk that which, can potentially harm Computer systems &amp; organizations.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Whenever an Individual or an Organization creates a website, they are vulnerable to security attacks.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Security attacks are mainly aimed at stealing altering or destroying a piece of personal and confidential information, stealing the hard drive space, and illegally accessing passwords.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Source Sans Pro Black"/>
                <a:ea typeface="DejaVu Sans"/>
              </a:rPr>
              <a:t>Web Security Threats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Cross Site Scripting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Attackers inserts client-side script into web pages. For Example: Submission of forms. It is a term used to describe a class of attacks that allow an attacker to inject client-side scripts into other users’ browsers through a website.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SQL Injection: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Manipulate your data or your database by inserting a rough(SQL string) code into your query.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Virus,Worms,Malware,Spyware: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The primary difference between a virus and a worm is that viruses must be triggered by the activation of their host; whereas worms are stand-alone malicious programs that can self-replicate and propagate independently as soon as they have breached the system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Denial Of Service: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An attack meant to shut down a machine or network, making it inaccessible to its intended users. DoS attacks accomplish this by flooding the target with traffic, or sending it information that triggers a crash.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CustomShape 1"/>
          <p:cNvSpPr/>
          <p:nvPr/>
        </p:nvSpPr>
        <p:spPr>
          <a:xfrm>
            <a:off x="360000" y="270000"/>
            <a:ext cx="935748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CustomShape 2"/>
          <p:cNvSpPr/>
          <p:nvPr/>
        </p:nvSpPr>
        <p:spPr>
          <a:xfrm>
            <a:off x="360000" y="1350000"/>
            <a:ext cx="91774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Phishing: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Phishing attacks are the practice of sending fraudulent communications that appear to come from a reputable source. 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Ransomware: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Ransomware is a type of malware attack in which the attacker locks and encrypts the victim's data, important files and then demands a payment to unlock and decrypt the data.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Code Injection: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528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Code Injection is the general term for attack types which consist of injecting code that is then interpreted/executed by the application. This type of attack exploits poor handling of untrusted data.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4560">
              <a:lnSpc>
                <a:spcPct val="100000"/>
              </a:lnSpc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50" strike="noStrike" u="none">
                <a:solidFill>
                  <a:srgbClr val="1c1c1c"/>
                </a:solidFill>
                <a:effectLst/>
                <a:uFillTx/>
                <a:latin typeface="Source Sans Pro Semibold"/>
                <a:ea typeface="DejaVu Sans"/>
              </a:rPr>
              <a:t>Etc.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53"/>
              </a:spcAft>
            </a:pP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</TotalTime>
  <Application>LibreOffice/25.2.2.1$Linux_X86_64 LibreOffice_project/520$Build-1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2022-06-03T07:29:47Z</dcterms:created>
  <dc:creator/>
  <dc:description/>
  <dc:language>en-US</dc:language>
  <cp:lastModifiedBy/>
  <dcterms:modified xsi:type="dcterms:W3CDTF">2025-05-21T13:15:41Z</dcterms:modified>
  <cp:revision>37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